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System Redesign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duplicate orders, lost payments &amp; unsafe cancellation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Backend (Laravel) + Frontend (React)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2026-04-15 | Status: Draft / Discussion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Duplicate order prevention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Konbini payment recovery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Payment cancel &amp; switch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Auto-refresh payment status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Problems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issues in today's payment system: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Duplicate orders — user can create multiple pending orders for same item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Lost konbini info — if user closes page, payment code is gone forever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No resume flow — user cannot continue an unfinished payment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Unsafe cancel — cancel only updates DB, does NOT call Stripe/PayPay API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Manual refresh — UI does not auto-update after payment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Race condition — payment can succeed after cancel, causing inconsistency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 — Overview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828800" cy="457200"/>
          </a:xfrm>
          <a:prstGeom prst="rect">
            <a:avLst/>
          </a:prstGeom>
          <a:solidFill>
            <a:srgbClr val="0A7BA7"/>
          </a:solidFill>
          <a:ln w="12700">
            <a:solidFill>
              <a:srgbClr val="2F3C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03120" y="1005840"/>
            <a:ext cx="3017520" cy="457200"/>
          </a:xfrm>
          <a:prstGeom prst="rect">
            <a:avLst/>
          </a:prstGeom>
          <a:solidFill>
            <a:srgbClr val="0A7BA7"/>
          </a:solidFill>
          <a:ln w="12700">
            <a:solidFill>
              <a:srgbClr val="2F3C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1051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(Current)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120640" y="1005840"/>
            <a:ext cx="3017520" cy="457200"/>
          </a:xfrm>
          <a:prstGeom prst="rect">
            <a:avLst/>
          </a:prstGeom>
          <a:solidFill>
            <a:srgbClr val="0A7BA7"/>
          </a:solidFill>
          <a:ln w="12700">
            <a:solidFill>
              <a:srgbClr val="2F3C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1051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(Proposed)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463040"/>
            <a:ext cx="18288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2F3C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508760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creation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03120" y="1463040"/>
            <a:ext cx="30175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2F3C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76272" y="1508760"/>
            <a:ext cx="2871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+ payment created together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0" y="1463040"/>
            <a:ext cx="30175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2F3C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3792" y="1508760"/>
            <a:ext cx="2871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first, payment separate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92024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3C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1965960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03120" y="1920240"/>
            <a:ext cx="3017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3C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76272" y="1965960"/>
            <a:ext cx="2871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20640" y="1920240"/>
            <a:ext cx="3017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3C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93792" y="1965960"/>
            <a:ext cx="2871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order check before every purchase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377440"/>
            <a:ext cx="18288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2F3C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2423160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Konbini close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03120" y="2377440"/>
            <a:ext cx="30175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2F3C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76272" y="2423160"/>
            <a:ext cx="2871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code lost forever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20640" y="2377440"/>
            <a:ext cx="30175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2F3C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93792" y="2423160"/>
            <a:ext cx="2871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 URL stored in DB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83464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3C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2880360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payment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103120" y="2834640"/>
            <a:ext cx="3017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3C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76272" y="2880360"/>
            <a:ext cx="2871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possible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120640" y="2834640"/>
            <a:ext cx="3017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3C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93792" y="2880360"/>
            <a:ext cx="2871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 shows resume option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291840"/>
            <a:ext cx="18288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2F3C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3337560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payment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103120" y="3291840"/>
            <a:ext cx="30175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2F3C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76272" y="3337560"/>
            <a:ext cx="2871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update only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120640" y="3291840"/>
            <a:ext cx="30175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2F3C4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93792" y="3337560"/>
            <a:ext cx="2871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 to Stripe/PayPay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374904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3C4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3794760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method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103120" y="3749040"/>
            <a:ext cx="3017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3C4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76272" y="3794760"/>
            <a:ext cx="2871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possible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120640" y="3749040"/>
            <a:ext cx="3017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3C4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93792" y="3794760"/>
            <a:ext cx="2871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old + create new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4206240"/>
            <a:ext cx="18288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2F3C4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" y="4251960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status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103120" y="4206240"/>
            <a:ext cx="30175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2F3C4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176272" y="4251960"/>
            <a:ext cx="2871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refresh needed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120640" y="4206240"/>
            <a:ext cx="30175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2F3C4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93792" y="4251960"/>
            <a:ext cx="2871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Auto-polling (5-30 sec)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Flow Comparison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931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"Buy"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Create order + payment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session together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Redirect to provider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check for existing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orders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Opening payment modal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orphan PayPay order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463040"/>
            <a:ext cx="3931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"Buy"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Check: pending order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 same item?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YES: show resume/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cancel dialog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NO: create order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(PREPARED)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User picks method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Create payment session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(PENDING)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Flow Comparison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931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cancels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DB status updated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 FAILED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Stripe/PayPay NOT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notified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Provider may still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collect money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cleanup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463040"/>
            <a:ext cx="3931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cancels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Call provider cancel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API first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If API succeeds 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update DB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If API fails → DON'T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update DB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Cleanup: coupon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unlinked, lock cleared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Konbini Payment Recovery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931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picks konbini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Sees payment code 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Stripe page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Closes browser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Payment code LOST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Can't pay at store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Order stuck PENDING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 3 days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463040"/>
            <a:ext cx="3931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stores voucher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in DB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User closes browser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Comes back next day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System shows: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"Pending payment"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Clicks "View Payment"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Sees code again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Pays at store ✓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Design Principles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Order = Single Truth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17520" y="109728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sessions are disposable, order persists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84124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One Pending Order Per Item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164592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before creating new orders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841248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94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Webhook = Only Trusted Source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21945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never writes status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51760"/>
            <a:ext cx="84124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43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Payments are Replaceable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274320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old, create new, same order ID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200400"/>
            <a:ext cx="841248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91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Always Cancel Via API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7520" y="329184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just update the database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749040"/>
            <a:ext cx="84124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Store Async Details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017520" y="384048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user can resume (voucher URL, expiry)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Payment Flow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Stripe and PayPay share ONE flow: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POST /api/orders → Create order (PREPARED)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POST /api/orders/{id}/pay → Create payment session (PENDING)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User pays → Stripe / PayPay / Konbini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Webhook confirms → SUCCESS or FAILED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Frontend polls &amp; updates → Auto-redirect to success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Order created ONCE, payment can be attempted multiple times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Order Check Flow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566160" y="1097280"/>
            <a:ext cx="2011680" cy="548640"/>
          </a:xfrm>
          <a:prstGeom prst="rect">
            <a:avLst/>
          </a:prstGeom>
          <a:solidFill>
            <a:srgbClr val="0A7BA7"/>
          </a:solidFill>
          <a:ln/>
        </p:spPr>
      </p:sp>
      <p:sp>
        <p:nvSpPr>
          <p:cNvPr id="5" name="Text 3"/>
          <p:cNvSpPr/>
          <p:nvPr/>
        </p:nvSpPr>
        <p:spPr>
          <a:xfrm>
            <a:off x="3566160" y="1234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"Buy"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1783080"/>
            <a:ext cx="137160" cy="274320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3566160" y="2103120"/>
            <a:ext cx="2011680" cy="548640"/>
          </a:xfrm>
          <a:prstGeom prst="rect">
            <a:avLst/>
          </a:prstGeom>
          <a:solidFill>
            <a:srgbClr val="0A7BA7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2240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pending order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2423160"/>
            <a:ext cx="11887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2860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pending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097280" y="2651760"/>
            <a:ext cx="1737360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743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payment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selector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0" y="2423160"/>
            <a:ext cx="11887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2860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pending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83680" y="2651760"/>
            <a:ext cx="17373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743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dialog: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/ View / Cancel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7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duplicate orders automatically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&amp; Switch Payment Method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STARTS PAYPAY, WANTS STRIPE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931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clicks "Cancel &amp; Choose New"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Backend calls PayPay cancel API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Order → PREPARED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User picks Stripe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New session created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Same order, different payment session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PROVIDERS SUPPORT CANCELLATION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463040"/>
            <a:ext cx="3931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cancelPayment() API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Already implemented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sessions→expire()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paymentIntents→cancel()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 Handling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457200" cy="457200"/>
          </a:xfrm>
          <a:prstGeom prst="ellipse">
            <a:avLst/>
          </a:prstGeom>
          <a:solidFill>
            <a:srgbClr val="0A7BA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" y="10058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gets konbini voucher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0" cy="320040"/>
          </a:xfrm>
          <a:prstGeom prst="line">
            <a:avLst/>
          </a:prstGeom>
          <a:noFill/>
          <a:ln w="25400">
            <a:solidFill>
              <a:srgbClr val="0A7BA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00200"/>
            <a:ext cx="457200" cy="457200"/>
          </a:xfrm>
          <a:prstGeom prst="ellipse">
            <a:avLst/>
          </a:prstGeom>
          <a:solidFill>
            <a:srgbClr val="0A7BA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45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17373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goes to store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2057400"/>
            <a:ext cx="0" cy="320040"/>
          </a:xfrm>
          <a:prstGeom prst="line">
            <a:avLst/>
          </a:prstGeom>
          <a:noFill/>
          <a:ln w="25400">
            <a:solidFill>
              <a:srgbClr val="0A7BA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331720"/>
            <a:ext cx="457200" cy="457200"/>
          </a:xfrm>
          <a:prstGeom prst="ellipse">
            <a:avLst/>
          </a:prstGeom>
          <a:solidFill>
            <a:srgbClr val="0A7BA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377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24688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cancels from phone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2788920"/>
            <a:ext cx="0" cy="320040"/>
          </a:xfrm>
          <a:prstGeom prst="line">
            <a:avLst/>
          </a:prstGeom>
          <a:noFill/>
          <a:ln w="25400">
            <a:solidFill>
              <a:srgbClr val="0A7BA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063240"/>
            <a:ext cx="457200" cy="457200"/>
          </a:xfrm>
          <a:prstGeom prst="ellipse">
            <a:avLst/>
          </a:prstGeom>
          <a:solidFill>
            <a:srgbClr val="0A7BA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108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97280" y="32004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pays at store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3520440"/>
            <a:ext cx="0" cy="320040"/>
          </a:xfrm>
          <a:prstGeom prst="line">
            <a:avLst/>
          </a:prstGeom>
          <a:noFill/>
          <a:ln w="25400">
            <a:solidFill>
              <a:srgbClr val="0A7BA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794760"/>
            <a:ext cx="457200" cy="457200"/>
          </a:xfrm>
          <a:prstGeom prst="ellipse">
            <a:avLst/>
          </a:prstGeom>
          <a:solidFill>
            <a:srgbClr val="0A7BA7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840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97280" y="393192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Webhook: payment succeeded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F5F5F5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Cancel API may fail → if it fails, DON'T update status. Webhook always takes priority. Rule: If money was collected, always honor it.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Transitions: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→ PENDING → SUCCESS (terminal)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↓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FAILED (terminal)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transitions: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PENDING → PREPARED (switch method, same order)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PENDING → CANCELLED (user abandons)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CANCELLED → SUCCESS (race condition, honor payment)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Rules: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FAILED = terminal (create new order to retry)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CANCELLED → SUCCESS = rare but must be handled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PENDING → PREPARED = "switch method" transition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API Endpoints (5 new endpoints)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45920" y="1097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/api/orders/pending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pending order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84124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916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45920" y="1691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/api/orders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order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841248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860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45920" y="2286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/api/orders/{id}/status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status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788920"/>
            <a:ext cx="84124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803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45920" y="2880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/api/orders/{id}/pay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0" y="2880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payment session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383280"/>
            <a:ext cx="841248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4747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45920" y="3474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/api/orders/{id}/cancel-payment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0" y="3474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payment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endpoints kept for backward compatibility, deprecated gradually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New Frontend Components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PendingOrderDialog (Modal)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931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Shown when user clicks "Buy"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 pending order exists: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Resume Payment option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View Status option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Cancel &amp; New Method option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Prevents duplicate creation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Clean UX flow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/payment/:orderId (Page)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463040"/>
            <a:ext cx="3931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Dedicated payment status hub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Auto-polls for confirmation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Shows konbini voucher link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Shows expiry countdown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be bookmarked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Auto-redirects on success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 Strategy (Simple Polling)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371600" y="1188720"/>
            <a:ext cx="2286000" cy="457200"/>
          </a:xfrm>
          <a:prstGeom prst="rect">
            <a:avLst/>
          </a:prstGeom>
          <a:solidFill>
            <a:srgbClr val="0A7BA7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12618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0" y="1188720"/>
            <a:ext cx="2286000" cy="457200"/>
          </a:xfrm>
          <a:prstGeom prst="rect">
            <a:avLst/>
          </a:prstGeom>
          <a:solidFill>
            <a:srgbClr val="0A7BA7"/>
          </a:solidFill>
          <a:ln/>
        </p:spPr>
      </p:sp>
      <p:sp>
        <p:nvSpPr>
          <p:cNvPr id="7" name="Text 5"/>
          <p:cNvSpPr/>
          <p:nvPr/>
        </p:nvSpPr>
        <p:spPr>
          <a:xfrm>
            <a:off x="3749040" y="12618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Interval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1188720"/>
            <a:ext cx="2286000" cy="457200"/>
          </a:xfrm>
          <a:prstGeom prst="rect">
            <a:avLst/>
          </a:prstGeom>
          <a:solidFill>
            <a:srgbClr val="0A7BA7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0" y="12618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Duration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71600" y="1645920"/>
            <a:ext cx="22860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17190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/ PayPay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0" y="1645920"/>
            <a:ext cx="22860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17190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seconds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1645920"/>
            <a:ext cx="22860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17190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371600" y="2103120"/>
            <a:ext cx="22860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463040" y="21762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Konbini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0" y="2103120"/>
            <a:ext cx="22860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3749040" y="21762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seconds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0" y="2103120"/>
            <a:ext cx="22860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0" y="21762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page close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371600" y="2560320"/>
            <a:ext cx="22860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3" name="Text 21"/>
          <p:cNvSpPr/>
          <p:nvPr/>
        </p:nvSpPr>
        <p:spPr>
          <a:xfrm>
            <a:off x="1463040" y="26334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page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0" y="2560320"/>
            <a:ext cx="22860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Text 23"/>
          <p:cNvSpPr/>
          <p:nvPr/>
        </p:nvSpPr>
        <p:spPr>
          <a:xfrm>
            <a:off x="3749040" y="26334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seconds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0" y="2560320"/>
            <a:ext cx="22860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26334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page close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status change: SUCCESS → redirect | FAILED → show error | CANCELLED → redirect home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Proposed Solution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65760" cy="9144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972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Users: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Never lose konbini payment 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switch payment method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Auto-updating status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Clear feedback on pending orders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365760" cy="914400"/>
          </a:xfrm>
          <a:prstGeom prst="rect">
            <a:avLst/>
          </a:prstGeom>
          <a:solidFill>
            <a:srgbClr val="0A7BA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488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Business: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4231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duplicate orders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lost payments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Safe cancellations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Proper race condition handling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154680"/>
            <a:ext cx="36576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004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Developers: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4747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unified flow for all providers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Clear state machine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Idempotent webhooks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Existing code reused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 &amp; Cons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Solves all 6 problems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Backward compatible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new infrastructure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Stripe page for Konbini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PayPay cancel ready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Simple polling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Permission changes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7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37160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new API endpoints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New /payment/:orderId page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Polling overhead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Migration period complexity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Race condition review process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Team needs state machine training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 (6 Weeks)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Foundation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931920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1-2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0" y="11430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migration, OrderService, 5 new endpoints, unit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841248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288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Konbini Recovery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0" y="1828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0" y="18288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update, pending check, testing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841248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14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Frontend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31920" y="2514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4-5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0" y="2514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Dialog, /payment page, modal fix, cancel flow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154680"/>
            <a:ext cx="841248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004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Polish &amp; Launch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31920" y="3200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0" y="32004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Polling, QA, staging, monitoring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840480"/>
            <a:ext cx="841248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8862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Cleanup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31920" y="3886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7+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0" y="3886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Deprecate old endpoints, remove flag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56616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first, webhook priority, log alert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84124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payments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66160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existing before creating new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841248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94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Konbini expires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marks FAILED, show countdown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97480"/>
            <a:ext cx="84124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fails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2743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3-day retry + scheduled safety net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246120"/>
            <a:ext cx="841248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91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 double-use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66160" y="3291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Unlink on cancel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794760"/>
            <a:ext cx="84124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840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break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66160" y="3840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old endpoints, feature flag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Problems Solved: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Duplicate orders → pending order check blocks duplicates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Lost konbini info → voucher URL stored in DB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Unsafe cancel → always cancel via provider API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Philosophy: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 is permanent, payments are disposable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Webhook is the only truth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 money was collected, always honor 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~6 weeks to full production  •  Risk: Low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2026-04-15T23:57:05Z</dcterms:created>
  <dcterms:modified xsi:type="dcterms:W3CDTF">2026-04-15T23:57:05Z</dcterms:modified>
</cp:coreProperties>
</file>